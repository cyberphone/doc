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EBAE"/>
    <a:srgbClr val="EAB3EF"/>
    <a:srgbClr val="FFDBBE"/>
    <a:srgbClr val="FFE0FF"/>
    <a:srgbClr val="FFD3FF"/>
    <a:srgbClr val="F5C8F9"/>
    <a:srgbClr val="D9A1EF"/>
    <a:srgbClr val="7FF8A3"/>
    <a:srgbClr val="31FF50"/>
    <a:srgbClr val="00E2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640"/>
    <p:restoredTop sz="94558"/>
  </p:normalViewPr>
  <p:slideViewPr>
    <p:cSldViewPr snapToGrid="0">
      <p:cViewPr varScale="1">
        <p:scale>
          <a:sx n="104" d="100"/>
          <a:sy n="104" d="100"/>
        </p:scale>
        <p:origin x="216" y="5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AD1273-14B4-B649-8283-2AA748DCBBFE}" type="datetimeFigureOut">
              <a:rPr lang="en-US" smtClean="0"/>
              <a:t>5/2/24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1AFA8B-55C8-A24C-B800-1BF6BACB770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697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1AFA8B-55C8-A24C-B800-1BF6BACB770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033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9837-A0FF-B847-B710-93A525412EC9}" type="datetimeFigureOut">
              <a:rPr lang="en-US" smtClean="0"/>
              <a:t>5/2/24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911E9-03B5-204A-BF8B-2024D8A40A0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966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9837-A0FF-B847-B710-93A525412EC9}" type="datetimeFigureOut">
              <a:rPr lang="en-US" smtClean="0"/>
              <a:t>5/2/24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911E9-03B5-204A-BF8B-2024D8A40A0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838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9837-A0FF-B847-B710-93A525412EC9}" type="datetimeFigureOut">
              <a:rPr lang="en-US" smtClean="0"/>
              <a:t>5/2/24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911E9-03B5-204A-BF8B-2024D8A40A0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950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9837-A0FF-B847-B710-93A525412EC9}" type="datetimeFigureOut">
              <a:rPr lang="en-US" smtClean="0"/>
              <a:t>5/2/24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911E9-03B5-204A-BF8B-2024D8A40A0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362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9837-A0FF-B847-B710-93A525412EC9}" type="datetimeFigureOut">
              <a:rPr lang="en-US" smtClean="0"/>
              <a:t>5/2/24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911E9-03B5-204A-BF8B-2024D8A40A0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630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9837-A0FF-B847-B710-93A525412EC9}" type="datetimeFigureOut">
              <a:rPr lang="en-US" smtClean="0"/>
              <a:t>5/2/24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911E9-03B5-204A-BF8B-2024D8A40A0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663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9837-A0FF-B847-B710-93A525412EC9}" type="datetimeFigureOut">
              <a:rPr lang="en-US" smtClean="0"/>
              <a:t>5/2/24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911E9-03B5-204A-BF8B-2024D8A40A0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036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9837-A0FF-B847-B710-93A525412EC9}" type="datetimeFigureOut">
              <a:rPr lang="en-US" smtClean="0"/>
              <a:t>5/2/24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911E9-03B5-204A-BF8B-2024D8A40A0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373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9837-A0FF-B847-B710-93A525412EC9}" type="datetimeFigureOut">
              <a:rPr lang="en-US" smtClean="0"/>
              <a:t>5/2/24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911E9-03B5-204A-BF8B-2024D8A40A0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373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9837-A0FF-B847-B710-93A525412EC9}" type="datetimeFigureOut">
              <a:rPr lang="en-US" smtClean="0"/>
              <a:t>5/2/24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911E9-03B5-204A-BF8B-2024D8A40A0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35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9837-A0FF-B847-B710-93A525412EC9}" type="datetimeFigureOut">
              <a:rPr lang="en-US" smtClean="0"/>
              <a:t>5/2/24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911E9-03B5-204A-BF8B-2024D8A40A0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533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AE9837-A0FF-B847-B710-93A525412EC9}" type="datetimeFigureOut">
              <a:rPr lang="en-US" smtClean="0"/>
              <a:t>5/2/24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911E9-03B5-204A-BF8B-2024D8A40A0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23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2E566C1-541A-AC90-F5D1-043425456C87}"/>
              </a:ext>
            </a:extLst>
          </p:cNvPr>
          <p:cNvSpPr/>
          <p:nvPr/>
        </p:nvSpPr>
        <p:spPr>
          <a:xfrm>
            <a:off x="583638" y="935411"/>
            <a:ext cx="1339103" cy="752475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A3EFFA-19C1-B320-4613-C4F25BA497B2}"/>
              </a:ext>
            </a:extLst>
          </p:cNvPr>
          <p:cNvSpPr txBox="1"/>
          <p:nvPr/>
        </p:nvSpPr>
        <p:spPr>
          <a:xfrm>
            <a:off x="1692171" y="199201"/>
            <a:ext cx="5718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[Anticipated] Evolution of Open Banking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86D9F7-5ABF-6B26-70A2-B9928E84392A}"/>
              </a:ext>
            </a:extLst>
          </p:cNvPr>
          <p:cNvSpPr txBox="1"/>
          <p:nvPr/>
        </p:nvSpPr>
        <p:spPr>
          <a:xfrm>
            <a:off x="2091562" y="835469"/>
            <a:ext cx="56020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Current: “The Monolith”.  Hard to upgrade and blocks</a:t>
            </a:r>
            <a:br>
              <a:rPr lang="en-US" dirty="0"/>
            </a:br>
            <a:r>
              <a:rPr lang="en-US" dirty="0"/>
              <a:t>API contributions by third parties.  Rudimentary URL-based API versioning concept.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E278FA6-054E-3225-E892-B0F1D81DDD4B}"/>
              </a:ext>
            </a:extLst>
          </p:cNvPr>
          <p:cNvSpPr/>
          <p:nvPr/>
        </p:nvSpPr>
        <p:spPr>
          <a:xfrm>
            <a:off x="3722057" y="2971490"/>
            <a:ext cx="1339103" cy="752475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API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E9DDDC-456A-68A5-FC24-736F12FFD572}"/>
              </a:ext>
            </a:extLst>
          </p:cNvPr>
          <p:cNvCxnSpPr/>
          <p:nvPr/>
        </p:nvCxnSpPr>
        <p:spPr>
          <a:xfrm>
            <a:off x="0" y="1990966"/>
            <a:ext cx="9144000" cy="0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D1BB254A-5933-4E70-7B6B-4AB97A4E8F1A}"/>
              </a:ext>
            </a:extLst>
          </p:cNvPr>
          <p:cNvSpPr/>
          <p:nvPr/>
        </p:nvSpPr>
        <p:spPr>
          <a:xfrm>
            <a:off x="3963494" y="2302748"/>
            <a:ext cx="856229" cy="447302"/>
          </a:xfrm>
          <a:prstGeom prst="ellipse">
            <a:avLst/>
          </a:prstGeom>
          <a:gradFill flip="none" rotWithShape="1">
            <a:gsLst>
              <a:gs pos="47000">
                <a:schemeClr val="accent6">
                  <a:lumMod val="20000"/>
                  <a:lumOff val="80000"/>
                </a:schemeClr>
              </a:gs>
              <a:gs pos="0">
                <a:schemeClr val="accent3">
                  <a:lumMod val="5000"/>
                  <a:lumOff val="95000"/>
                </a:schemeClr>
              </a:gs>
              <a:gs pos="100000">
                <a:srgbClr val="BBEBAE"/>
              </a:gs>
            </a:gsLst>
            <a:path path="circle">
              <a:fillToRect l="50000" t="50000" r="50000" b="50000"/>
            </a:path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4864" rIns="0" bIns="73152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D75CE9C-5360-6A0E-F86E-3FD65B52C029}"/>
              </a:ext>
            </a:extLst>
          </p:cNvPr>
          <p:cNvSpPr/>
          <p:nvPr/>
        </p:nvSpPr>
        <p:spPr>
          <a:xfrm>
            <a:off x="696141" y="2680647"/>
            <a:ext cx="1114096" cy="636246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Client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CF4A421-B932-6D5C-1001-2E8C3AE2952D}"/>
              </a:ext>
            </a:extLst>
          </p:cNvPr>
          <p:cNvCxnSpPr>
            <a:cxnSpLocks/>
            <a:stCxn id="14" idx="3"/>
            <a:endCxn id="13" idx="2"/>
          </p:cNvCxnSpPr>
          <p:nvPr/>
        </p:nvCxnSpPr>
        <p:spPr>
          <a:xfrm flipV="1">
            <a:off x="1810237" y="2526399"/>
            <a:ext cx="2153257" cy="47237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A245323-90F3-940A-08B7-03894E9189A5}"/>
              </a:ext>
            </a:extLst>
          </p:cNvPr>
          <p:cNvCxnSpPr>
            <a:cxnSpLocks/>
            <a:stCxn id="14" idx="3"/>
            <a:endCxn id="7" idx="2"/>
          </p:cNvCxnSpPr>
          <p:nvPr/>
        </p:nvCxnSpPr>
        <p:spPr>
          <a:xfrm>
            <a:off x="1810237" y="2998770"/>
            <a:ext cx="1911820" cy="34895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6562D064-4707-9A77-3939-0ABFAA6D7F84}"/>
              </a:ext>
            </a:extLst>
          </p:cNvPr>
          <p:cNvSpPr>
            <a:spLocks noChangeAspect="1"/>
          </p:cNvSpPr>
          <p:nvPr/>
        </p:nvSpPr>
        <p:spPr>
          <a:xfrm>
            <a:off x="2944538" y="2622533"/>
            <a:ext cx="201168" cy="2011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7432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4990331-2C44-6915-6A81-C2B5EB630FD9}"/>
              </a:ext>
            </a:extLst>
          </p:cNvPr>
          <p:cNvSpPr>
            <a:spLocks noChangeAspect="1"/>
          </p:cNvSpPr>
          <p:nvPr/>
        </p:nvSpPr>
        <p:spPr>
          <a:xfrm>
            <a:off x="2944538" y="3117456"/>
            <a:ext cx="201168" cy="2011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7432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4BB7A8-E3E3-2A01-8AB9-03DF13105A5E}"/>
              </a:ext>
            </a:extLst>
          </p:cNvPr>
          <p:cNvSpPr txBox="1"/>
          <p:nvPr/>
        </p:nvSpPr>
        <p:spPr>
          <a:xfrm>
            <a:off x="5239160" y="2260827"/>
            <a:ext cx="352942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 adding a Discovery Service (DS),</a:t>
            </a:r>
            <a:br>
              <a:rPr lang="en-US" dirty="0"/>
            </a:br>
            <a:r>
              <a:rPr lang="en-US" dirty="0"/>
              <a:t>the current capabilities of a specific</a:t>
            </a:r>
            <a:br>
              <a:rPr lang="en-US" dirty="0"/>
            </a:br>
            <a:r>
              <a:rPr lang="en-US" dirty="0"/>
              <a:t>party can be determined </a:t>
            </a:r>
            <a:r>
              <a:rPr lang="en-US" i="1" dirty="0"/>
              <a:t>before</a:t>
            </a:r>
            <a:r>
              <a:rPr lang="en-US" dirty="0"/>
              <a:t> the</a:t>
            </a:r>
            <a:br>
              <a:rPr lang="en-US" dirty="0"/>
            </a:br>
            <a:r>
              <a:rPr lang="en-US" dirty="0"/>
              <a:t>actual call.  This permits APIs to</a:t>
            </a:r>
            <a:br>
              <a:rPr lang="en-US" dirty="0"/>
            </a:br>
            <a:r>
              <a:rPr lang="en-US" dirty="0"/>
              <a:t>evolve in an </a:t>
            </a:r>
            <a:r>
              <a:rPr lang="en-US" i="1" dirty="0"/>
              <a:t>organic</a:t>
            </a:r>
            <a:r>
              <a:rPr lang="en-US" dirty="0"/>
              <a:t> fashion.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5EDF2D5-9DB9-9F99-4655-C8B4B98D9FAD}"/>
              </a:ext>
            </a:extLst>
          </p:cNvPr>
          <p:cNvCxnSpPr/>
          <p:nvPr/>
        </p:nvCxnSpPr>
        <p:spPr>
          <a:xfrm>
            <a:off x="0" y="4062246"/>
            <a:ext cx="9144000" cy="0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FE6FF5CF-FC79-D8E2-2AA2-4BBFD01DDD1B}"/>
              </a:ext>
            </a:extLst>
          </p:cNvPr>
          <p:cNvGrpSpPr/>
          <p:nvPr/>
        </p:nvGrpSpPr>
        <p:grpSpPr>
          <a:xfrm>
            <a:off x="1740696" y="4973694"/>
            <a:ext cx="1965960" cy="1554480"/>
            <a:chOff x="1741748" y="4371976"/>
            <a:chExt cx="1965960" cy="1554480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73EFB314-7E94-64CE-5F99-300BA269DF2E}"/>
                </a:ext>
              </a:extLst>
            </p:cNvPr>
            <p:cNvSpPr/>
            <p:nvPr/>
          </p:nvSpPr>
          <p:spPr>
            <a:xfrm>
              <a:off x="1741748" y="4371976"/>
              <a:ext cx="1965960" cy="1554480"/>
            </a:xfrm>
            <a:prstGeom prst="ellipse">
              <a:avLst/>
            </a:prstGeom>
            <a:gradFill flip="none" rotWithShape="1">
              <a:gsLst>
                <a:gs pos="100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DA3212C8-52AE-1ED3-0A26-AF3352AF251C}"/>
                </a:ext>
              </a:extLst>
            </p:cNvPr>
            <p:cNvSpPr/>
            <p:nvPr/>
          </p:nvSpPr>
          <p:spPr>
            <a:xfrm>
              <a:off x="1970348" y="4600576"/>
              <a:ext cx="1508760" cy="1097280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86613F16-6F0D-2C1E-35BD-E5A0FD7BE76C}"/>
                </a:ext>
              </a:extLst>
            </p:cNvPr>
            <p:cNvSpPr/>
            <p:nvPr/>
          </p:nvSpPr>
          <p:spPr>
            <a:xfrm>
              <a:off x="2198948" y="4829176"/>
              <a:ext cx="1051560" cy="640080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58000">
                  <a:srgbClr val="FFDBBE"/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P-API</a:t>
              </a: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0795F5E4-E50E-5338-4C34-662627F4E734}"/>
              </a:ext>
            </a:extLst>
          </p:cNvPr>
          <p:cNvSpPr txBox="1"/>
          <p:nvPr/>
        </p:nvSpPr>
        <p:spPr>
          <a:xfrm>
            <a:off x="3931297" y="4209762"/>
            <a:ext cx="4525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Application APIs: PSD2, EMV, Wallets, P2P, etc.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047E602-F0F4-65E3-E8FC-06AE9F36B989}"/>
              </a:ext>
            </a:extLst>
          </p:cNvPr>
          <p:cNvSpPr txBox="1"/>
          <p:nvPr/>
        </p:nvSpPr>
        <p:spPr>
          <a:xfrm>
            <a:off x="3931297" y="4479349"/>
            <a:ext cx="4535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Secure Application/P-API communication layer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38F8B68-DF7C-8E35-A0E1-517CC5822285}"/>
              </a:ext>
            </a:extLst>
          </p:cNvPr>
          <p:cNvSpPr txBox="1"/>
          <p:nvPr/>
        </p:nvSpPr>
        <p:spPr>
          <a:xfrm>
            <a:off x="3928122" y="4748935"/>
            <a:ext cx="4403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Privileged API: </a:t>
            </a:r>
            <a:r>
              <a:rPr lang="en-US" i="1" dirty="0"/>
              <a:t>Account</a:t>
            </a:r>
            <a:r>
              <a:rPr lang="en-US" dirty="0"/>
              <a:t> &amp; </a:t>
            </a:r>
            <a:r>
              <a:rPr lang="en-US" i="1" dirty="0"/>
              <a:t>Payment</a:t>
            </a:r>
            <a:r>
              <a:rPr lang="en-US" dirty="0"/>
              <a:t> primitives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515F5DB-125C-4510-DD10-44D232E6827F}"/>
              </a:ext>
            </a:extLst>
          </p:cNvPr>
          <p:cNvSpPr txBox="1"/>
          <p:nvPr/>
        </p:nvSpPr>
        <p:spPr>
          <a:xfrm>
            <a:off x="4217625" y="5296850"/>
            <a:ext cx="4266796" cy="1200329"/>
          </a:xfrm>
          <a:prstGeom prst="rect">
            <a:avLst/>
          </a:prstGeom>
          <a:noFill/>
          <a:ln w="28575" cmpd="dbl">
            <a:solidFill>
              <a:schemeClr val="tx1"/>
            </a:solidFill>
          </a:ln>
        </p:spPr>
        <p:txBody>
          <a:bodyPr wrap="square" rIns="0" rtlCol="0">
            <a:spAutoFit/>
          </a:bodyPr>
          <a:lstStyle/>
          <a:p>
            <a:r>
              <a:rPr lang="en-US" dirty="0"/>
              <a:t>Loose coupling between the P-API and applications facilitates easy addition of</a:t>
            </a:r>
            <a:br>
              <a:rPr lang="en-US" dirty="0"/>
            </a:br>
            <a:r>
              <a:rPr lang="en-US" i="1" dirty="0"/>
              <a:t>bank-independent</a:t>
            </a:r>
            <a:r>
              <a:rPr lang="en-US" dirty="0"/>
              <a:t> application-specific APIs, potentially being supplied by </a:t>
            </a:r>
            <a:r>
              <a:rPr lang="en-US" i="1" dirty="0"/>
              <a:t>third parties</a:t>
            </a:r>
            <a:r>
              <a:rPr lang="en-US" dirty="0"/>
              <a:t>.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E272229-2C70-F2B6-342A-5690A547923E}"/>
              </a:ext>
            </a:extLst>
          </p:cNvPr>
          <p:cNvCxnSpPr>
            <a:cxnSpLocks/>
          </p:cNvCxnSpPr>
          <p:nvPr/>
        </p:nvCxnSpPr>
        <p:spPr>
          <a:xfrm flipV="1">
            <a:off x="646297" y="4549775"/>
            <a:ext cx="1636528" cy="22686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2264F0F6-E71E-A846-72D8-8A561F454A59}"/>
              </a:ext>
            </a:extLst>
          </p:cNvPr>
          <p:cNvCxnSpPr>
            <a:cxnSpLocks/>
          </p:cNvCxnSpPr>
          <p:nvPr/>
        </p:nvCxnSpPr>
        <p:spPr>
          <a:xfrm>
            <a:off x="696141" y="5730979"/>
            <a:ext cx="1040232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AD880E9D-BC0D-AE16-D614-630305881718}"/>
              </a:ext>
            </a:extLst>
          </p:cNvPr>
          <p:cNvSpPr>
            <a:spLocks noChangeAspect="1"/>
          </p:cNvSpPr>
          <p:nvPr/>
        </p:nvSpPr>
        <p:spPr>
          <a:xfrm>
            <a:off x="1121117" y="4592217"/>
            <a:ext cx="201168" cy="2011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7432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31076047-BAB5-07C0-BC06-FEC0BFCC9D93}"/>
              </a:ext>
            </a:extLst>
          </p:cNvPr>
          <p:cNvSpPr>
            <a:spLocks noChangeAspect="1"/>
          </p:cNvSpPr>
          <p:nvPr/>
        </p:nvSpPr>
        <p:spPr>
          <a:xfrm>
            <a:off x="1121117" y="5627580"/>
            <a:ext cx="201168" cy="2011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7432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56" name="Rounded Rectangle 155">
            <a:extLst>
              <a:ext uri="{FF2B5EF4-FFF2-40B4-BE49-F238E27FC236}">
                <a16:creationId xmlns:a16="http://schemas.microsoft.com/office/drawing/2014/main" id="{0BC4E780-9BEF-C5F8-0986-48A354D9C9D0}"/>
              </a:ext>
            </a:extLst>
          </p:cNvPr>
          <p:cNvSpPr/>
          <p:nvPr/>
        </p:nvSpPr>
        <p:spPr>
          <a:xfrm>
            <a:off x="1042417" y="3887867"/>
            <a:ext cx="525517" cy="340519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2.0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97939B89-8BB5-E8C9-6EE7-A6E56DCA1011}"/>
              </a:ext>
            </a:extLst>
          </p:cNvPr>
          <p:cNvSpPr/>
          <p:nvPr/>
        </p:nvSpPr>
        <p:spPr>
          <a:xfrm>
            <a:off x="3128163" y="4934028"/>
            <a:ext cx="839564" cy="767189"/>
          </a:xfrm>
          <a:custGeom>
            <a:avLst/>
            <a:gdLst>
              <a:gd name="connsiteX0" fmla="*/ 0 w 188686"/>
              <a:gd name="connsiteY0" fmla="*/ 0 h 145143"/>
              <a:gd name="connsiteX1" fmla="*/ 116115 w 188686"/>
              <a:gd name="connsiteY1" fmla="*/ 87086 h 145143"/>
              <a:gd name="connsiteX2" fmla="*/ 188686 w 188686"/>
              <a:gd name="connsiteY2" fmla="*/ 145143 h 145143"/>
              <a:gd name="connsiteX0" fmla="*/ 0 w 252186"/>
              <a:gd name="connsiteY0" fmla="*/ 0 h 108622"/>
              <a:gd name="connsiteX1" fmla="*/ 116115 w 252186"/>
              <a:gd name="connsiteY1" fmla="*/ 87086 h 108622"/>
              <a:gd name="connsiteX2" fmla="*/ 252186 w 252186"/>
              <a:gd name="connsiteY2" fmla="*/ 75293 h 108622"/>
              <a:gd name="connsiteX0" fmla="*/ 564919 w 566608"/>
              <a:gd name="connsiteY0" fmla="*/ 1264028 h 1264504"/>
              <a:gd name="connsiteX1" fmla="*/ 1584 w 566608"/>
              <a:gd name="connsiteY1" fmla="*/ 17614 h 1264504"/>
              <a:gd name="connsiteX2" fmla="*/ 137655 w 566608"/>
              <a:gd name="connsiteY2" fmla="*/ 5821 h 1264504"/>
              <a:gd name="connsiteX0" fmla="*/ 564919 w 566608"/>
              <a:gd name="connsiteY0" fmla="*/ 1246945 h 1247421"/>
              <a:gd name="connsiteX1" fmla="*/ 1584 w 566608"/>
              <a:gd name="connsiteY1" fmla="*/ 531 h 1247421"/>
              <a:gd name="connsiteX2" fmla="*/ 385305 w 566608"/>
              <a:gd name="connsiteY2" fmla="*/ 83988 h 1247421"/>
              <a:gd name="connsiteX0" fmla="*/ 564919 w 1267955"/>
              <a:gd name="connsiteY0" fmla="*/ 1246945 h 1247421"/>
              <a:gd name="connsiteX1" fmla="*/ 1584 w 1267955"/>
              <a:gd name="connsiteY1" fmla="*/ 531 h 1247421"/>
              <a:gd name="connsiteX2" fmla="*/ 1267955 w 1267955"/>
              <a:gd name="connsiteY2" fmla="*/ 439588 h 1247421"/>
              <a:gd name="connsiteX0" fmla="*/ 0 w 703036"/>
              <a:gd name="connsiteY0" fmla="*/ 828090 h 828787"/>
              <a:gd name="connsiteX1" fmla="*/ 478065 w 703036"/>
              <a:gd name="connsiteY1" fmla="*/ 776 h 828787"/>
              <a:gd name="connsiteX2" fmla="*/ 703036 w 703036"/>
              <a:gd name="connsiteY2" fmla="*/ 20733 h 828787"/>
              <a:gd name="connsiteX0" fmla="*/ 0 w 703036"/>
              <a:gd name="connsiteY0" fmla="*/ 828090 h 828787"/>
              <a:gd name="connsiteX1" fmla="*/ 478065 w 703036"/>
              <a:gd name="connsiteY1" fmla="*/ 776 h 828787"/>
              <a:gd name="connsiteX2" fmla="*/ 703036 w 703036"/>
              <a:gd name="connsiteY2" fmla="*/ 20733 h 828787"/>
              <a:gd name="connsiteX0" fmla="*/ 0 w 703036"/>
              <a:gd name="connsiteY0" fmla="*/ 815039 h 815761"/>
              <a:gd name="connsiteX1" fmla="*/ 497115 w 703036"/>
              <a:gd name="connsiteY1" fmla="*/ 19475 h 815761"/>
              <a:gd name="connsiteX2" fmla="*/ 703036 w 703036"/>
              <a:gd name="connsiteY2" fmla="*/ 7682 h 815761"/>
              <a:gd name="connsiteX0" fmla="*/ 0 w 703036"/>
              <a:gd name="connsiteY0" fmla="*/ 823514 h 824236"/>
              <a:gd name="connsiteX1" fmla="*/ 497115 w 703036"/>
              <a:gd name="connsiteY1" fmla="*/ 27950 h 824236"/>
              <a:gd name="connsiteX2" fmla="*/ 703036 w 703036"/>
              <a:gd name="connsiteY2" fmla="*/ 16157 h 824236"/>
              <a:gd name="connsiteX0" fmla="*/ 0 w 703036"/>
              <a:gd name="connsiteY0" fmla="*/ 823514 h 824300"/>
              <a:gd name="connsiteX1" fmla="*/ 497115 w 703036"/>
              <a:gd name="connsiteY1" fmla="*/ 27950 h 824300"/>
              <a:gd name="connsiteX2" fmla="*/ 703036 w 703036"/>
              <a:gd name="connsiteY2" fmla="*/ 16157 h 824300"/>
              <a:gd name="connsiteX0" fmla="*/ 0 w 703036"/>
              <a:gd name="connsiteY0" fmla="*/ 823639 h 829671"/>
              <a:gd name="connsiteX1" fmla="*/ 497115 w 703036"/>
              <a:gd name="connsiteY1" fmla="*/ 28075 h 829671"/>
              <a:gd name="connsiteX2" fmla="*/ 703036 w 703036"/>
              <a:gd name="connsiteY2" fmla="*/ 16282 h 829671"/>
              <a:gd name="connsiteX0" fmla="*/ 76455 w 846005"/>
              <a:gd name="connsiteY0" fmla="*/ 819542 h 820298"/>
              <a:gd name="connsiteX1" fmla="*/ 573570 w 846005"/>
              <a:gd name="connsiteY1" fmla="*/ 23978 h 820298"/>
              <a:gd name="connsiteX2" fmla="*/ 779491 w 846005"/>
              <a:gd name="connsiteY2" fmla="*/ 12185 h 820298"/>
              <a:gd name="connsiteX0" fmla="*/ 76455 w 846005"/>
              <a:gd name="connsiteY0" fmla="*/ 819542 h 820298"/>
              <a:gd name="connsiteX1" fmla="*/ 573570 w 846005"/>
              <a:gd name="connsiteY1" fmla="*/ 23978 h 820298"/>
              <a:gd name="connsiteX2" fmla="*/ 779491 w 846005"/>
              <a:gd name="connsiteY2" fmla="*/ 12185 h 820298"/>
              <a:gd name="connsiteX0" fmla="*/ 0 w 769550"/>
              <a:gd name="connsiteY0" fmla="*/ 819542 h 821133"/>
              <a:gd name="connsiteX1" fmla="*/ 497115 w 769550"/>
              <a:gd name="connsiteY1" fmla="*/ 23978 h 821133"/>
              <a:gd name="connsiteX2" fmla="*/ 703036 w 769550"/>
              <a:gd name="connsiteY2" fmla="*/ 12185 h 821133"/>
              <a:gd name="connsiteX0" fmla="*/ 0 w 706050"/>
              <a:gd name="connsiteY0" fmla="*/ 705242 h 707458"/>
              <a:gd name="connsiteX1" fmla="*/ 433615 w 706050"/>
              <a:gd name="connsiteY1" fmla="*/ 23978 h 707458"/>
              <a:gd name="connsiteX2" fmla="*/ 639536 w 706050"/>
              <a:gd name="connsiteY2" fmla="*/ 12185 h 707458"/>
              <a:gd name="connsiteX0" fmla="*/ 0 w 744150"/>
              <a:gd name="connsiteY0" fmla="*/ 692542 h 694858"/>
              <a:gd name="connsiteX1" fmla="*/ 471715 w 744150"/>
              <a:gd name="connsiteY1" fmla="*/ 23978 h 694858"/>
              <a:gd name="connsiteX2" fmla="*/ 677636 w 744150"/>
              <a:gd name="connsiteY2" fmla="*/ 12185 h 694858"/>
              <a:gd name="connsiteX0" fmla="*/ 0 w 763905"/>
              <a:gd name="connsiteY0" fmla="*/ 680357 h 682673"/>
              <a:gd name="connsiteX1" fmla="*/ 471715 w 763905"/>
              <a:gd name="connsiteY1" fmla="*/ 11793 h 682673"/>
              <a:gd name="connsiteX2" fmla="*/ 677636 w 763905"/>
              <a:gd name="connsiteY2" fmla="*/ 0 h 682673"/>
              <a:gd name="connsiteX0" fmla="*/ 0 w 677636"/>
              <a:gd name="connsiteY0" fmla="*/ 680357 h 682673"/>
              <a:gd name="connsiteX1" fmla="*/ 471715 w 677636"/>
              <a:gd name="connsiteY1" fmla="*/ 11793 h 682673"/>
              <a:gd name="connsiteX2" fmla="*/ 677636 w 677636"/>
              <a:gd name="connsiteY2" fmla="*/ 0 h 682673"/>
              <a:gd name="connsiteX0" fmla="*/ 0 w 677803"/>
              <a:gd name="connsiteY0" fmla="*/ 680684 h 683000"/>
              <a:gd name="connsiteX1" fmla="*/ 471715 w 677803"/>
              <a:gd name="connsiteY1" fmla="*/ 12120 h 683000"/>
              <a:gd name="connsiteX2" fmla="*/ 677636 w 677803"/>
              <a:gd name="connsiteY2" fmla="*/ 327 h 683000"/>
              <a:gd name="connsiteX0" fmla="*/ 0 w 680109"/>
              <a:gd name="connsiteY0" fmla="*/ 680357 h 682673"/>
              <a:gd name="connsiteX1" fmla="*/ 471715 w 680109"/>
              <a:gd name="connsiteY1" fmla="*/ 11793 h 682673"/>
              <a:gd name="connsiteX2" fmla="*/ 677636 w 680109"/>
              <a:gd name="connsiteY2" fmla="*/ 0 h 682673"/>
              <a:gd name="connsiteX0" fmla="*/ 0 w 683254"/>
              <a:gd name="connsiteY0" fmla="*/ 668564 h 670880"/>
              <a:gd name="connsiteX1" fmla="*/ 471715 w 683254"/>
              <a:gd name="connsiteY1" fmla="*/ 0 h 670880"/>
              <a:gd name="connsiteX2" fmla="*/ 680811 w 683254"/>
              <a:gd name="connsiteY2" fmla="*/ 13607 h 670880"/>
              <a:gd name="connsiteX0" fmla="*/ 0 w 680861"/>
              <a:gd name="connsiteY0" fmla="*/ 668564 h 670880"/>
              <a:gd name="connsiteX1" fmla="*/ 471715 w 680861"/>
              <a:gd name="connsiteY1" fmla="*/ 0 h 670880"/>
              <a:gd name="connsiteX2" fmla="*/ 680811 w 680861"/>
              <a:gd name="connsiteY2" fmla="*/ 13607 h 670880"/>
              <a:gd name="connsiteX0" fmla="*/ 0 w 680812"/>
              <a:gd name="connsiteY0" fmla="*/ 668564 h 670880"/>
              <a:gd name="connsiteX1" fmla="*/ 471715 w 680812"/>
              <a:gd name="connsiteY1" fmla="*/ 0 h 670880"/>
              <a:gd name="connsiteX2" fmla="*/ 680811 w 680812"/>
              <a:gd name="connsiteY2" fmla="*/ 13607 h 670880"/>
              <a:gd name="connsiteX0" fmla="*/ 0 w 725262"/>
              <a:gd name="connsiteY0" fmla="*/ 668752 h 671068"/>
              <a:gd name="connsiteX1" fmla="*/ 471715 w 725262"/>
              <a:gd name="connsiteY1" fmla="*/ 188 h 671068"/>
              <a:gd name="connsiteX2" fmla="*/ 725261 w 725262"/>
              <a:gd name="connsiteY2" fmla="*/ 1095 h 671068"/>
              <a:gd name="connsiteX0" fmla="*/ 0 w 725262"/>
              <a:gd name="connsiteY0" fmla="*/ 668752 h 668796"/>
              <a:gd name="connsiteX1" fmla="*/ 471715 w 725262"/>
              <a:gd name="connsiteY1" fmla="*/ 188 h 668796"/>
              <a:gd name="connsiteX2" fmla="*/ 725261 w 725262"/>
              <a:gd name="connsiteY2" fmla="*/ 1095 h 668796"/>
              <a:gd name="connsiteX0" fmla="*/ 0 w 725262"/>
              <a:gd name="connsiteY0" fmla="*/ 668752 h 668766"/>
              <a:gd name="connsiteX1" fmla="*/ 471715 w 725262"/>
              <a:gd name="connsiteY1" fmla="*/ 188 h 668766"/>
              <a:gd name="connsiteX2" fmla="*/ 725261 w 725262"/>
              <a:gd name="connsiteY2" fmla="*/ 1095 h 668766"/>
              <a:gd name="connsiteX0" fmla="*/ 0 w 782412"/>
              <a:gd name="connsiteY0" fmla="*/ 779877 h 779889"/>
              <a:gd name="connsiteX1" fmla="*/ 528865 w 782412"/>
              <a:gd name="connsiteY1" fmla="*/ 188 h 779889"/>
              <a:gd name="connsiteX2" fmla="*/ 782411 w 782412"/>
              <a:gd name="connsiteY2" fmla="*/ 1095 h 779889"/>
              <a:gd name="connsiteX0" fmla="*/ 0 w 782412"/>
              <a:gd name="connsiteY0" fmla="*/ 798740 h 798752"/>
              <a:gd name="connsiteX1" fmla="*/ 541565 w 782412"/>
              <a:gd name="connsiteY1" fmla="*/ 1 h 798752"/>
              <a:gd name="connsiteX2" fmla="*/ 782411 w 782412"/>
              <a:gd name="connsiteY2" fmla="*/ 19958 h 798752"/>
              <a:gd name="connsiteX0" fmla="*/ 0 w 785587"/>
              <a:gd name="connsiteY0" fmla="*/ 798740 h 798752"/>
              <a:gd name="connsiteX1" fmla="*/ 541565 w 785587"/>
              <a:gd name="connsiteY1" fmla="*/ 1 h 798752"/>
              <a:gd name="connsiteX2" fmla="*/ 785586 w 785587"/>
              <a:gd name="connsiteY2" fmla="*/ 7258 h 798752"/>
              <a:gd name="connsiteX0" fmla="*/ 0 w 782412"/>
              <a:gd name="connsiteY0" fmla="*/ 798740 h 798752"/>
              <a:gd name="connsiteX1" fmla="*/ 541565 w 782412"/>
              <a:gd name="connsiteY1" fmla="*/ 1 h 798752"/>
              <a:gd name="connsiteX2" fmla="*/ 782411 w 782412"/>
              <a:gd name="connsiteY2" fmla="*/ 7258 h 798752"/>
              <a:gd name="connsiteX0" fmla="*/ 0 w 772887"/>
              <a:gd name="connsiteY0" fmla="*/ 798740 h 798752"/>
              <a:gd name="connsiteX1" fmla="*/ 541565 w 772887"/>
              <a:gd name="connsiteY1" fmla="*/ 1 h 798752"/>
              <a:gd name="connsiteX2" fmla="*/ 772886 w 772887"/>
              <a:gd name="connsiteY2" fmla="*/ 4083 h 798752"/>
              <a:gd name="connsiteX0" fmla="*/ 0 w 772887"/>
              <a:gd name="connsiteY0" fmla="*/ 798740 h 798752"/>
              <a:gd name="connsiteX1" fmla="*/ 487590 w 772887"/>
              <a:gd name="connsiteY1" fmla="*/ 1 h 798752"/>
              <a:gd name="connsiteX2" fmla="*/ 772886 w 772887"/>
              <a:gd name="connsiteY2" fmla="*/ 4083 h 798752"/>
              <a:gd name="connsiteX0" fmla="*/ 0 w 830037"/>
              <a:gd name="connsiteY0" fmla="*/ 760640 h 760652"/>
              <a:gd name="connsiteX1" fmla="*/ 544740 w 830037"/>
              <a:gd name="connsiteY1" fmla="*/ 1 h 760652"/>
              <a:gd name="connsiteX2" fmla="*/ 830036 w 830037"/>
              <a:gd name="connsiteY2" fmla="*/ 4083 h 760652"/>
              <a:gd name="connsiteX0" fmla="*/ 0 w 852262"/>
              <a:gd name="connsiteY0" fmla="*/ 786040 h 786052"/>
              <a:gd name="connsiteX1" fmla="*/ 566965 w 852262"/>
              <a:gd name="connsiteY1" fmla="*/ 1 h 786052"/>
              <a:gd name="connsiteX2" fmla="*/ 852261 w 852262"/>
              <a:gd name="connsiteY2" fmla="*/ 4083 h 786052"/>
              <a:gd name="connsiteX0" fmla="*/ 0 w 795112"/>
              <a:gd name="connsiteY0" fmla="*/ 786040 h 786052"/>
              <a:gd name="connsiteX1" fmla="*/ 566965 w 795112"/>
              <a:gd name="connsiteY1" fmla="*/ 1 h 786052"/>
              <a:gd name="connsiteX2" fmla="*/ 795111 w 795112"/>
              <a:gd name="connsiteY2" fmla="*/ 4083 h 786052"/>
              <a:gd name="connsiteX0" fmla="*/ 0 w 839562"/>
              <a:gd name="connsiteY0" fmla="*/ 770165 h 770177"/>
              <a:gd name="connsiteX1" fmla="*/ 611415 w 839562"/>
              <a:gd name="connsiteY1" fmla="*/ 1 h 770177"/>
              <a:gd name="connsiteX2" fmla="*/ 839561 w 839562"/>
              <a:gd name="connsiteY2" fmla="*/ 4083 h 770177"/>
              <a:gd name="connsiteX0" fmla="*/ 0 w 839563"/>
              <a:gd name="connsiteY0" fmla="*/ 770165 h 770177"/>
              <a:gd name="connsiteX1" fmla="*/ 687615 w 839563"/>
              <a:gd name="connsiteY1" fmla="*/ 1 h 770177"/>
              <a:gd name="connsiteX2" fmla="*/ 839561 w 839563"/>
              <a:gd name="connsiteY2" fmla="*/ 4083 h 770177"/>
              <a:gd name="connsiteX0" fmla="*/ 0 w 839563"/>
              <a:gd name="connsiteY0" fmla="*/ 770165 h 770177"/>
              <a:gd name="connsiteX1" fmla="*/ 716190 w 839563"/>
              <a:gd name="connsiteY1" fmla="*/ 1 h 770177"/>
              <a:gd name="connsiteX2" fmla="*/ 839561 w 839563"/>
              <a:gd name="connsiteY2" fmla="*/ 4083 h 770177"/>
              <a:gd name="connsiteX0" fmla="*/ 0 w 839564"/>
              <a:gd name="connsiteY0" fmla="*/ 773340 h 773352"/>
              <a:gd name="connsiteX1" fmla="*/ 741590 w 839564"/>
              <a:gd name="connsiteY1" fmla="*/ 1 h 773352"/>
              <a:gd name="connsiteX2" fmla="*/ 839561 w 839564"/>
              <a:gd name="connsiteY2" fmla="*/ 7258 h 773352"/>
              <a:gd name="connsiteX0" fmla="*/ 0 w 839564"/>
              <a:gd name="connsiteY0" fmla="*/ 766585 h 766597"/>
              <a:gd name="connsiteX1" fmla="*/ 735240 w 839564"/>
              <a:gd name="connsiteY1" fmla="*/ 5946 h 766597"/>
              <a:gd name="connsiteX2" fmla="*/ 839561 w 839564"/>
              <a:gd name="connsiteY2" fmla="*/ 503 h 766597"/>
              <a:gd name="connsiteX0" fmla="*/ 0 w 839564"/>
              <a:gd name="connsiteY0" fmla="*/ 767177 h 767189"/>
              <a:gd name="connsiteX1" fmla="*/ 741590 w 839564"/>
              <a:gd name="connsiteY1" fmla="*/ 188 h 767189"/>
              <a:gd name="connsiteX2" fmla="*/ 839561 w 839564"/>
              <a:gd name="connsiteY2" fmla="*/ 1095 h 767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9564" h="767189">
                <a:moveTo>
                  <a:pt x="0" y="767177"/>
                </a:moveTo>
                <a:cubicBezTo>
                  <a:pt x="605" y="770806"/>
                  <a:pt x="741823" y="-1224"/>
                  <a:pt x="741590" y="188"/>
                </a:cubicBezTo>
                <a:cubicBezTo>
                  <a:pt x="736569" y="2027"/>
                  <a:pt x="840254" y="-1732"/>
                  <a:pt x="839561" y="1095"/>
                </a:cubicBezTo>
              </a:path>
            </a:pathLst>
          </a:custGeom>
          <a:noFill/>
          <a:ln w="952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6EAF74E3-F746-DA2E-B60C-D2A69119D965}"/>
              </a:ext>
            </a:extLst>
          </p:cNvPr>
          <p:cNvSpPr/>
          <p:nvPr/>
        </p:nvSpPr>
        <p:spPr>
          <a:xfrm>
            <a:off x="3128163" y="4659391"/>
            <a:ext cx="839564" cy="767189"/>
          </a:xfrm>
          <a:custGeom>
            <a:avLst/>
            <a:gdLst>
              <a:gd name="connsiteX0" fmla="*/ 0 w 188686"/>
              <a:gd name="connsiteY0" fmla="*/ 0 h 145143"/>
              <a:gd name="connsiteX1" fmla="*/ 116115 w 188686"/>
              <a:gd name="connsiteY1" fmla="*/ 87086 h 145143"/>
              <a:gd name="connsiteX2" fmla="*/ 188686 w 188686"/>
              <a:gd name="connsiteY2" fmla="*/ 145143 h 145143"/>
              <a:gd name="connsiteX0" fmla="*/ 0 w 252186"/>
              <a:gd name="connsiteY0" fmla="*/ 0 h 108622"/>
              <a:gd name="connsiteX1" fmla="*/ 116115 w 252186"/>
              <a:gd name="connsiteY1" fmla="*/ 87086 h 108622"/>
              <a:gd name="connsiteX2" fmla="*/ 252186 w 252186"/>
              <a:gd name="connsiteY2" fmla="*/ 75293 h 108622"/>
              <a:gd name="connsiteX0" fmla="*/ 564919 w 566608"/>
              <a:gd name="connsiteY0" fmla="*/ 1264028 h 1264504"/>
              <a:gd name="connsiteX1" fmla="*/ 1584 w 566608"/>
              <a:gd name="connsiteY1" fmla="*/ 17614 h 1264504"/>
              <a:gd name="connsiteX2" fmla="*/ 137655 w 566608"/>
              <a:gd name="connsiteY2" fmla="*/ 5821 h 1264504"/>
              <a:gd name="connsiteX0" fmla="*/ 564919 w 566608"/>
              <a:gd name="connsiteY0" fmla="*/ 1246945 h 1247421"/>
              <a:gd name="connsiteX1" fmla="*/ 1584 w 566608"/>
              <a:gd name="connsiteY1" fmla="*/ 531 h 1247421"/>
              <a:gd name="connsiteX2" fmla="*/ 385305 w 566608"/>
              <a:gd name="connsiteY2" fmla="*/ 83988 h 1247421"/>
              <a:gd name="connsiteX0" fmla="*/ 564919 w 1267955"/>
              <a:gd name="connsiteY0" fmla="*/ 1246945 h 1247421"/>
              <a:gd name="connsiteX1" fmla="*/ 1584 w 1267955"/>
              <a:gd name="connsiteY1" fmla="*/ 531 h 1247421"/>
              <a:gd name="connsiteX2" fmla="*/ 1267955 w 1267955"/>
              <a:gd name="connsiteY2" fmla="*/ 439588 h 1247421"/>
              <a:gd name="connsiteX0" fmla="*/ 0 w 703036"/>
              <a:gd name="connsiteY0" fmla="*/ 828090 h 828787"/>
              <a:gd name="connsiteX1" fmla="*/ 478065 w 703036"/>
              <a:gd name="connsiteY1" fmla="*/ 776 h 828787"/>
              <a:gd name="connsiteX2" fmla="*/ 703036 w 703036"/>
              <a:gd name="connsiteY2" fmla="*/ 20733 h 828787"/>
              <a:gd name="connsiteX0" fmla="*/ 0 w 703036"/>
              <a:gd name="connsiteY0" fmla="*/ 828090 h 828787"/>
              <a:gd name="connsiteX1" fmla="*/ 478065 w 703036"/>
              <a:gd name="connsiteY1" fmla="*/ 776 h 828787"/>
              <a:gd name="connsiteX2" fmla="*/ 703036 w 703036"/>
              <a:gd name="connsiteY2" fmla="*/ 20733 h 828787"/>
              <a:gd name="connsiteX0" fmla="*/ 0 w 703036"/>
              <a:gd name="connsiteY0" fmla="*/ 815039 h 815761"/>
              <a:gd name="connsiteX1" fmla="*/ 497115 w 703036"/>
              <a:gd name="connsiteY1" fmla="*/ 19475 h 815761"/>
              <a:gd name="connsiteX2" fmla="*/ 703036 w 703036"/>
              <a:gd name="connsiteY2" fmla="*/ 7682 h 815761"/>
              <a:gd name="connsiteX0" fmla="*/ 0 w 703036"/>
              <a:gd name="connsiteY0" fmla="*/ 823514 h 824236"/>
              <a:gd name="connsiteX1" fmla="*/ 497115 w 703036"/>
              <a:gd name="connsiteY1" fmla="*/ 27950 h 824236"/>
              <a:gd name="connsiteX2" fmla="*/ 703036 w 703036"/>
              <a:gd name="connsiteY2" fmla="*/ 16157 h 824236"/>
              <a:gd name="connsiteX0" fmla="*/ 0 w 703036"/>
              <a:gd name="connsiteY0" fmla="*/ 823514 h 824300"/>
              <a:gd name="connsiteX1" fmla="*/ 497115 w 703036"/>
              <a:gd name="connsiteY1" fmla="*/ 27950 h 824300"/>
              <a:gd name="connsiteX2" fmla="*/ 703036 w 703036"/>
              <a:gd name="connsiteY2" fmla="*/ 16157 h 824300"/>
              <a:gd name="connsiteX0" fmla="*/ 0 w 703036"/>
              <a:gd name="connsiteY0" fmla="*/ 823639 h 829671"/>
              <a:gd name="connsiteX1" fmla="*/ 497115 w 703036"/>
              <a:gd name="connsiteY1" fmla="*/ 28075 h 829671"/>
              <a:gd name="connsiteX2" fmla="*/ 703036 w 703036"/>
              <a:gd name="connsiteY2" fmla="*/ 16282 h 829671"/>
              <a:gd name="connsiteX0" fmla="*/ 76455 w 846005"/>
              <a:gd name="connsiteY0" fmla="*/ 819542 h 820298"/>
              <a:gd name="connsiteX1" fmla="*/ 573570 w 846005"/>
              <a:gd name="connsiteY1" fmla="*/ 23978 h 820298"/>
              <a:gd name="connsiteX2" fmla="*/ 779491 w 846005"/>
              <a:gd name="connsiteY2" fmla="*/ 12185 h 820298"/>
              <a:gd name="connsiteX0" fmla="*/ 76455 w 846005"/>
              <a:gd name="connsiteY0" fmla="*/ 819542 h 820298"/>
              <a:gd name="connsiteX1" fmla="*/ 573570 w 846005"/>
              <a:gd name="connsiteY1" fmla="*/ 23978 h 820298"/>
              <a:gd name="connsiteX2" fmla="*/ 779491 w 846005"/>
              <a:gd name="connsiteY2" fmla="*/ 12185 h 820298"/>
              <a:gd name="connsiteX0" fmla="*/ 0 w 769550"/>
              <a:gd name="connsiteY0" fmla="*/ 819542 h 821133"/>
              <a:gd name="connsiteX1" fmla="*/ 497115 w 769550"/>
              <a:gd name="connsiteY1" fmla="*/ 23978 h 821133"/>
              <a:gd name="connsiteX2" fmla="*/ 703036 w 769550"/>
              <a:gd name="connsiteY2" fmla="*/ 12185 h 821133"/>
              <a:gd name="connsiteX0" fmla="*/ 0 w 706050"/>
              <a:gd name="connsiteY0" fmla="*/ 705242 h 707458"/>
              <a:gd name="connsiteX1" fmla="*/ 433615 w 706050"/>
              <a:gd name="connsiteY1" fmla="*/ 23978 h 707458"/>
              <a:gd name="connsiteX2" fmla="*/ 639536 w 706050"/>
              <a:gd name="connsiteY2" fmla="*/ 12185 h 707458"/>
              <a:gd name="connsiteX0" fmla="*/ 0 w 744150"/>
              <a:gd name="connsiteY0" fmla="*/ 692542 h 694858"/>
              <a:gd name="connsiteX1" fmla="*/ 471715 w 744150"/>
              <a:gd name="connsiteY1" fmla="*/ 23978 h 694858"/>
              <a:gd name="connsiteX2" fmla="*/ 677636 w 744150"/>
              <a:gd name="connsiteY2" fmla="*/ 12185 h 694858"/>
              <a:gd name="connsiteX0" fmla="*/ 0 w 763905"/>
              <a:gd name="connsiteY0" fmla="*/ 680357 h 682673"/>
              <a:gd name="connsiteX1" fmla="*/ 471715 w 763905"/>
              <a:gd name="connsiteY1" fmla="*/ 11793 h 682673"/>
              <a:gd name="connsiteX2" fmla="*/ 677636 w 763905"/>
              <a:gd name="connsiteY2" fmla="*/ 0 h 682673"/>
              <a:gd name="connsiteX0" fmla="*/ 0 w 677636"/>
              <a:gd name="connsiteY0" fmla="*/ 680357 h 682673"/>
              <a:gd name="connsiteX1" fmla="*/ 471715 w 677636"/>
              <a:gd name="connsiteY1" fmla="*/ 11793 h 682673"/>
              <a:gd name="connsiteX2" fmla="*/ 677636 w 677636"/>
              <a:gd name="connsiteY2" fmla="*/ 0 h 682673"/>
              <a:gd name="connsiteX0" fmla="*/ 0 w 677803"/>
              <a:gd name="connsiteY0" fmla="*/ 680684 h 683000"/>
              <a:gd name="connsiteX1" fmla="*/ 471715 w 677803"/>
              <a:gd name="connsiteY1" fmla="*/ 12120 h 683000"/>
              <a:gd name="connsiteX2" fmla="*/ 677636 w 677803"/>
              <a:gd name="connsiteY2" fmla="*/ 327 h 683000"/>
              <a:gd name="connsiteX0" fmla="*/ 0 w 680109"/>
              <a:gd name="connsiteY0" fmla="*/ 680357 h 682673"/>
              <a:gd name="connsiteX1" fmla="*/ 471715 w 680109"/>
              <a:gd name="connsiteY1" fmla="*/ 11793 h 682673"/>
              <a:gd name="connsiteX2" fmla="*/ 677636 w 680109"/>
              <a:gd name="connsiteY2" fmla="*/ 0 h 682673"/>
              <a:gd name="connsiteX0" fmla="*/ 0 w 683254"/>
              <a:gd name="connsiteY0" fmla="*/ 668564 h 670880"/>
              <a:gd name="connsiteX1" fmla="*/ 471715 w 683254"/>
              <a:gd name="connsiteY1" fmla="*/ 0 h 670880"/>
              <a:gd name="connsiteX2" fmla="*/ 680811 w 683254"/>
              <a:gd name="connsiteY2" fmla="*/ 13607 h 670880"/>
              <a:gd name="connsiteX0" fmla="*/ 0 w 680861"/>
              <a:gd name="connsiteY0" fmla="*/ 668564 h 670880"/>
              <a:gd name="connsiteX1" fmla="*/ 471715 w 680861"/>
              <a:gd name="connsiteY1" fmla="*/ 0 h 670880"/>
              <a:gd name="connsiteX2" fmla="*/ 680811 w 680861"/>
              <a:gd name="connsiteY2" fmla="*/ 13607 h 670880"/>
              <a:gd name="connsiteX0" fmla="*/ 0 w 680812"/>
              <a:gd name="connsiteY0" fmla="*/ 668564 h 670880"/>
              <a:gd name="connsiteX1" fmla="*/ 471715 w 680812"/>
              <a:gd name="connsiteY1" fmla="*/ 0 h 670880"/>
              <a:gd name="connsiteX2" fmla="*/ 680811 w 680812"/>
              <a:gd name="connsiteY2" fmla="*/ 13607 h 670880"/>
              <a:gd name="connsiteX0" fmla="*/ 0 w 725262"/>
              <a:gd name="connsiteY0" fmla="*/ 668752 h 671068"/>
              <a:gd name="connsiteX1" fmla="*/ 471715 w 725262"/>
              <a:gd name="connsiteY1" fmla="*/ 188 h 671068"/>
              <a:gd name="connsiteX2" fmla="*/ 725261 w 725262"/>
              <a:gd name="connsiteY2" fmla="*/ 1095 h 671068"/>
              <a:gd name="connsiteX0" fmla="*/ 0 w 725262"/>
              <a:gd name="connsiteY0" fmla="*/ 668752 h 668796"/>
              <a:gd name="connsiteX1" fmla="*/ 471715 w 725262"/>
              <a:gd name="connsiteY1" fmla="*/ 188 h 668796"/>
              <a:gd name="connsiteX2" fmla="*/ 725261 w 725262"/>
              <a:gd name="connsiteY2" fmla="*/ 1095 h 668796"/>
              <a:gd name="connsiteX0" fmla="*/ 0 w 725262"/>
              <a:gd name="connsiteY0" fmla="*/ 668752 h 668766"/>
              <a:gd name="connsiteX1" fmla="*/ 471715 w 725262"/>
              <a:gd name="connsiteY1" fmla="*/ 188 h 668766"/>
              <a:gd name="connsiteX2" fmla="*/ 725261 w 725262"/>
              <a:gd name="connsiteY2" fmla="*/ 1095 h 668766"/>
              <a:gd name="connsiteX0" fmla="*/ 0 w 782412"/>
              <a:gd name="connsiteY0" fmla="*/ 779877 h 779889"/>
              <a:gd name="connsiteX1" fmla="*/ 528865 w 782412"/>
              <a:gd name="connsiteY1" fmla="*/ 188 h 779889"/>
              <a:gd name="connsiteX2" fmla="*/ 782411 w 782412"/>
              <a:gd name="connsiteY2" fmla="*/ 1095 h 779889"/>
              <a:gd name="connsiteX0" fmla="*/ 0 w 782412"/>
              <a:gd name="connsiteY0" fmla="*/ 798740 h 798752"/>
              <a:gd name="connsiteX1" fmla="*/ 541565 w 782412"/>
              <a:gd name="connsiteY1" fmla="*/ 1 h 798752"/>
              <a:gd name="connsiteX2" fmla="*/ 782411 w 782412"/>
              <a:gd name="connsiteY2" fmla="*/ 19958 h 798752"/>
              <a:gd name="connsiteX0" fmla="*/ 0 w 785587"/>
              <a:gd name="connsiteY0" fmla="*/ 798740 h 798752"/>
              <a:gd name="connsiteX1" fmla="*/ 541565 w 785587"/>
              <a:gd name="connsiteY1" fmla="*/ 1 h 798752"/>
              <a:gd name="connsiteX2" fmla="*/ 785586 w 785587"/>
              <a:gd name="connsiteY2" fmla="*/ 7258 h 798752"/>
              <a:gd name="connsiteX0" fmla="*/ 0 w 782412"/>
              <a:gd name="connsiteY0" fmla="*/ 798740 h 798752"/>
              <a:gd name="connsiteX1" fmla="*/ 541565 w 782412"/>
              <a:gd name="connsiteY1" fmla="*/ 1 h 798752"/>
              <a:gd name="connsiteX2" fmla="*/ 782411 w 782412"/>
              <a:gd name="connsiteY2" fmla="*/ 7258 h 798752"/>
              <a:gd name="connsiteX0" fmla="*/ 0 w 772887"/>
              <a:gd name="connsiteY0" fmla="*/ 798740 h 798752"/>
              <a:gd name="connsiteX1" fmla="*/ 541565 w 772887"/>
              <a:gd name="connsiteY1" fmla="*/ 1 h 798752"/>
              <a:gd name="connsiteX2" fmla="*/ 772886 w 772887"/>
              <a:gd name="connsiteY2" fmla="*/ 4083 h 798752"/>
              <a:gd name="connsiteX0" fmla="*/ 0 w 772887"/>
              <a:gd name="connsiteY0" fmla="*/ 798740 h 798752"/>
              <a:gd name="connsiteX1" fmla="*/ 487590 w 772887"/>
              <a:gd name="connsiteY1" fmla="*/ 1 h 798752"/>
              <a:gd name="connsiteX2" fmla="*/ 772886 w 772887"/>
              <a:gd name="connsiteY2" fmla="*/ 4083 h 798752"/>
              <a:gd name="connsiteX0" fmla="*/ 0 w 830037"/>
              <a:gd name="connsiteY0" fmla="*/ 760640 h 760652"/>
              <a:gd name="connsiteX1" fmla="*/ 544740 w 830037"/>
              <a:gd name="connsiteY1" fmla="*/ 1 h 760652"/>
              <a:gd name="connsiteX2" fmla="*/ 830036 w 830037"/>
              <a:gd name="connsiteY2" fmla="*/ 4083 h 760652"/>
              <a:gd name="connsiteX0" fmla="*/ 0 w 852262"/>
              <a:gd name="connsiteY0" fmla="*/ 786040 h 786052"/>
              <a:gd name="connsiteX1" fmla="*/ 566965 w 852262"/>
              <a:gd name="connsiteY1" fmla="*/ 1 h 786052"/>
              <a:gd name="connsiteX2" fmla="*/ 852261 w 852262"/>
              <a:gd name="connsiteY2" fmla="*/ 4083 h 786052"/>
              <a:gd name="connsiteX0" fmla="*/ 0 w 795112"/>
              <a:gd name="connsiteY0" fmla="*/ 786040 h 786052"/>
              <a:gd name="connsiteX1" fmla="*/ 566965 w 795112"/>
              <a:gd name="connsiteY1" fmla="*/ 1 h 786052"/>
              <a:gd name="connsiteX2" fmla="*/ 795111 w 795112"/>
              <a:gd name="connsiteY2" fmla="*/ 4083 h 786052"/>
              <a:gd name="connsiteX0" fmla="*/ 0 w 839562"/>
              <a:gd name="connsiteY0" fmla="*/ 770165 h 770177"/>
              <a:gd name="connsiteX1" fmla="*/ 611415 w 839562"/>
              <a:gd name="connsiteY1" fmla="*/ 1 h 770177"/>
              <a:gd name="connsiteX2" fmla="*/ 839561 w 839562"/>
              <a:gd name="connsiteY2" fmla="*/ 4083 h 770177"/>
              <a:gd name="connsiteX0" fmla="*/ 0 w 839563"/>
              <a:gd name="connsiteY0" fmla="*/ 770165 h 770177"/>
              <a:gd name="connsiteX1" fmla="*/ 687615 w 839563"/>
              <a:gd name="connsiteY1" fmla="*/ 1 h 770177"/>
              <a:gd name="connsiteX2" fmla="*/ 839561 w 839563"/>
              <a:gd name="connsiteY2" fmla="*/ 4083 h 770177"/>
              <a:gd name="connsiteX0" fmla="*/ 0 w 839563"/>
              <a:gd name="connsiteY0" fmla="*/ 770165 h 770177"/>
              <a:gd name="connsiteX1" fmla="*/ 716190 w 839563"/>
              <a:gd name="connsiteY1" fmla="*/ 1 h 770177"/>
              <a:gd name="connsiteX2" fmla="*/ 839561 w 839563"/>
              <a:gd name="connsiteY2" fmla="*/ 4083 h 770177"/>
              <a:gd name="connsiteX0" fmla="*/ 0 w 839564"/>
              <a:gd name="connsiteY0" fmla="*/ 773340 h 773352"/>
              <a:gd name="connsiteX1" fmla="*/ 741590 w 839564"/>
              <a:gd name="connsiteY1" fmla="*/ 1 h 773352"/>
              <a:gd name="connsiteX2" fmla="*/ 839561 w 839564"/>
              <a:gd name="connsiteY2" fmla="*/ 7258 h 773352"/>
              <a:gd name="connsiteX0" fmla="*/ 0 w 839564"/>
              <a:gd name="connsiteY0" fmla="*/ 766585 h 766597"/>
              <a:gd name="connsiteX1" fmla="*/ 735240 w 839564"/>
              <a:gd name="connsiteY1" fmla="*/ 5946 h 766597"/>
              <a:gd name="connsiteX2" fmla="*/ 839561 w 839564"/>
              <a:gd name="connsiteY2" fmla="*/ 503 h 766597"/>
              <a:gd name="connsiteX0" fmla="*/ 0 w 839564"/>
              <a:gd name="connsiteY0" fmla="*/ 767177 h 767189"/>
              <a:gd name="connsiteX1" fmla="*/ 741590 w 839564"/>
              <a:gd name="connsiteY1" fmla="*/ 188 h 767189"/>
              <a:gd name="connsiteX2" fmla="*/ 839561 w 839564"/>
              <a:gd name="connsiteY2" fmla="*/ 1095 h 767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9564" h="767189">
                <a:moveTo>
                  <a:pt x="0" y="767177"/>
                </a:moveTo>
                <a:cubicBezTo>
                  <a:pt x="605" y="770806"/>
                  <a:pt x="741823" y="-1224"/>
                  <a:pt x="741590" y="188"/>
                </a:cubicBezTo>
                <a:cubicBezTo>
                  <a:pt x="736569" y="2027"/>
                  <a:pt x="840254" y="-1732"/>
                  <a:pt x="839561" y="1095"/>
                </a:cubicBezTo>
              </a:path>
            </a:pathLst>
          </a:custGeom>
          <a:noFill/>
          <a:ln w="952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2970E226-2732-2041-C5C5-B29186946640}"/>
              </a:ext>
            </a:extLst>
          </p:cNvPr>
          <p:cNvSpPr/>
          <p:nvPr/>
        </p:nvSpPr>
        <p:spPr>
          <a:xfrm>
            <a:off x="3128163" y="4384753"/>
            <a:ext cx="839564" cy="767189"/>
          </a:xfrm>
          <a:custGeom>
            <a:avLst/>
            <a:gdLst>
              <a:gd name="connsiteX0" fmla="*/ 0 w 188686"/>
              <a:gd name="connsiteY0" fmla="*/ 0 h 145143"/>
              <a:gd name="connsiteX1" fmla="*/ 116115 w 188686"/>
              <a:gd name="connsiteY1" fmla="*/ 87086 h 145143"/>
              <a:gd name="connsiteX2" fmla="*/ 188686 w 188686"/>
              <a:gd name="connsiteY2" fmla="*/ 145143 h 145143"/>
              <a:gd name="connsiteX0" fmla="*/ 0 w 252186"/>
              <a:gd name="connsiteY0" fmla="*/ 0 h 108622"/>
              <a:gd name="connsiteX1" fmla="*/ 116115 w 252186"/>
              <a:gd name="connsiteY1" fmla="*/ 87086 h 108622"/>
              <a:gd name="connsiteX2" fmla="*/ 252186 w 252186"/>
              <a:gd name="connsiteY2" fmla="*/ 75293 h 108622"/>
              <a:gd name="connsiteX0" fmla="*/ 564919 w 566608"/>
              <a:gd name="connsiteY0" fmla="*/ 1264028 h 1264504"/>
              <a:gd name="connsiteX1" fmla="*/ 1584 w 566608"/>
              <a:gd name="connsiteY1" fmla="*/ 17614 h 1264504"/>
              <a:gd name="connsiteX2" fmla="*/ 137655 w 566608"/>
              <a:gd name="connsiteY2" fmla="*/ 5821 h 1264504"/>
              <a:gd name="connsiteX0" fmla="*/ 564919 w 566608"/>
              <a:gd name="connsiteY0" fmla="*/ 1246945 h 1247421"/>
              <a:gd name="connsiteX1" fmla="*/ 1584 w 566608"/>
              <a:gd name="connsiteY1" fmla="*/ 531 h 1247421"/>
              <a:gd name="connsiteX2" fmla="*/ 385305 w 566608"/>
              <a:gd name="connsiteY2" fmla="*/ 83988 h 1247421"/>
              <a:gd name="connsiteX0" fmla="*/ 564919 w 1267955"/>
              <a:gd name="connsiteY0" fmla="*/ 1246945 h 1247421"/>
              <a:gd name="connsiteX1" fmla="*/ 1584 w 1267955"/>
              <a:gd name="connsiteY1" fmla="*/ 531 h 1247421"/>
              <a:gd name="connsiteX2" fmla="*/ 1267955 w 1267955"/>
              <a:gd name="connsiteY2" fmla="*/ 439588 h 1247421"/>
              <a:gd name="connsiteX0" fmla="*/ 0 w 703036"/>
              <a:gd name="connsiteY0" fmla="*/ 828090 h 828787"/>
              <a:gd name="connsiteX1" fmla="*/ 478065 w 703036"/>
              <a:gd name="connsiteY1" fmla="*/ 776 h 828787"/>
              <a:gd name="connsiteX2" fmla="*/ 703036 w 703036"/>
              <a:gd name="connsiteY2" fmla="*/ 20733 h 828787"/>
              <a:gd name="connsiteX0" fmla="*/ 0 w 703036"/>
              <a:gd name="connsiteY0" fmla="*/ 828090 h 828787"/>
              <a:gd name="connsiteX1" fmla="*/ 478065 w 703036"/>
              <a:gd name="connsiteY1" fmla="*/ 776 h 828787"/>
              <a:gd name="connsiteX2" fmla="*/ 703036 w 703036"/>
              <a:gd name="connsiteY2" fmla="*/ 20733 h 828787"/>
              <a:gd name="connsiteX0" fmla="*/ 0 w 703036"/>
              <a:gd name="connsiteY0" fmla="*/ 815039 h 815761"/>
              <a:gd name="connsiteX1" fmla="*/ 497115 w 703036"/>
              <a:gd name="connsiteY1" fmla="*/ 19475 h 815761"/>
              <a:gd name="connsiteX2" fmla="*/ 703036 w 703036"/>
              <a:gd name="connsiteY2" fmla="*/ 7682 h 815761"/>
              <a:gd name="connsiteX0" fmla="*/ 0 w 703036"/>
              <a:gd name="connsiteY0" fmla="*/ 823514 h 824236"/>
              <a:gd name="connsiteX1" fmla="*/ 497115 w 703036"/>
              <a:gd name="connsiteY1" fmla="*/ 27950 h 824236"/>
              <a:gd name="connsiteX2" fmla="*/ 703036 w 703036"/>
              <a:gd name="connsiteY2" fmla="*/ 16157 h 824236"/>
              <a:gd name="connsiteX0" fmla="*/ 0 w 703036"/>
              <a:gd name="connsiteY0" fmla="*/ 823514 h 824300"/>
              <a:gd name="connsiteX1" fmla="*/ 497115 w 703036"/>
              <a:gd name="connsiteY1" fmla="*/ 27950 h 824300"/>
              <a:gd name="connsiteX2" fmla="*/ 703036 w 703036"/>
              <a:gd name="connsiteY2" fmla="*/ 16157 h 824300"/>
              <a:gd name="connsiteX0" fmla="*/ 0 w 703036"/>
              <a:gd name="connsiteY0" fmla="*/ 823639 h 829671"/>
              <a:gd name="connsiteX1" fmla="*/ 497115 w 703036"/>
              <a:gd name="connsiteY1" fmla="*/ 28075 h 829671"/>
              <a:gd name="connsiteX2" fmla="*/ 703036 w 703036"/>
              <a:gd name="connsiteY2" fmla="*/ 16282 h 829671"/>
              <a:gd name="connsiteX0" fmla="*/ 76455 w 846005"/>
              <a:gd name="connsiteY0" fmla="*/ 819542 h 820298"/>
              <a:gd name="connsiteX1" fmla="*/ 573570 w 846005"/>
              <a:gd name="connsiteY1" fmla="*/ 23978 h 820298"/>
              <a:gd name="connsiteX2" fmla="*/ 779491 w 846005"/>
              <a:gd name="connsiteY2" fmla="*/ 12185 h 820298"/>
              <a:gd name="connsiteX0" fmla="*/ 76455 w 846005"/>
              <a:gd name="connsiteY0" fmla="*/ 819542 h 820298"/>
              <a:gd name="connsiteX1" fmla="*/ 573570 w 846005"/>
              <a:gd name="connsiteY1" fmla="*/ 23978 h 820298"/>
              <a:gd name="connsiteX2" fmla="*/ 779491 w 846005"/>
              <a:gd name="connsiteY2" fmla="*/ 12185 h 820298"/>
              <a:gd name="connsiteX0" fmla="*/ 0 w 769550"/>
              <a:gd name="connsiteY0" fmla="*/ 819542 h 821133"/>
              <a:gd name="connsiteX1" fmla="*/ 497115 w 769550"/>
              <a:gd name="connsiteY1" fmla="*/ 23978 h 821133"/>
              <a:gd name="connsiteX2" fmla="*/ 703036 w 769550"/>
              <a:gd name="connsiteY2" fmla="*/ 12185 h 821133"/>
              <a:gd name="connsiteX0" fmla="*/ 0 w 706050"/>
              <a:gd name="connsiteY0" fmla="*/ 705242 h 707458"/>
              <a:gd name="connsiteX1" fmla="*/ 433615 w 706050"/>
              <a:gd name="connsiteY1" fmla="*/ 23978 h 707458"/>
              <a:gd name="connsiteX2" fmla="*/ 639536 w 706050"/>
              <a:gd name="connsiteY2" fmla="*/ 12185 h 707458"/>
              <a:gd name="connsiteX0" fmla="*/ 0 w 744150"/>
              <a:gd name="connsiteY0" fmla="*/ 692542 h 694858"/>
              <a:gd name="connsiteX1" fmla="*/ 471715 w 744150"/>
              <a:gd name="connsiteY1" fmla="*/ 23978 h 694858"/>
              <a:gd name="connsiteX2" fmla="*/ 677636 w 744150"/>
              <a:gd name="connsiteY2" fmla="*/ 12185 h 694858"/>
              <a:gd name="connsiteX0" fmla="*/ 0 w 763905"/>
              <a:gd name="connsiteY0" fmla="*/ 680357 h 682673"/>
              <a:gd name="connsiteX1" fmla="*/ 471715 w 763905"/>
              <a:gd name="connsiteY1" fmla="*/ 11793 h 682673"/>
              <a:gd name="connsiteX2" fmla="*/ 677636 w 763905"/>
              <a:gd name="connsiteY2" fmla="*/ 0 h 682673"/>
              <a:gd name="connsiteX0" fmla="*/ 0 w 677636"/>
              <a:gd name="connsiteY0" fmla="*/ 680357 h 682673"/>
              <a:gd name="connsiteX1" fmla="*/ 471715 w 677636"/>
              <a:gd name="connsiteY1" fmla="*/ 11793 h 682673"/>
              <a:gd name="connsiteX2" fmla="*/ 677636 w 677636"/>
              <a:gd name="connsiteY2" fmla="*/ 0 h 682673"/>
              <a:gd name="connsiteX0" fmla="*/ 0 w 677803"/>
              <a:gd name="connsiteY0" fmla="*/ 680684 h 683000"/>
              <a:gd name="connsiteX1" fmla="*/ 471715 w 677803"/>
              <a:gd name="connsiteY1" fmla="*/ 12120 h 683000"/>
              <a:gd name="connsiteX2" fmla="*/ 677636 w 677803"/>
              <a:gd name="connsiteY2" fmla="*/ 327 h 683000"/>
              <a:gd name="connsiteX0" fmla="*/ 0 w 680109"/>
              <a:gd name="connsiteY0" fmla="*/ 680357 h 682673"/>
              <a:gd name="connsiteX1" fmla="*/ 471715 w 680109"/>
              <a:gd name="connsiteY1" fmla="*/ 11793 h 682673"/>
              <a:gd name="connsiteX2" fmla="*/ 677636 w 680109"/>
              <a:gd name="connsiteY2" fmla="*/ 0 h 682673"/>
              <a:gd name="connsiteX0" fmla="*/ 0 w 683254"/>
              <a:gd name="connsiteY0" fmla="*/ 668564 h 670880"/>
              <a:gd name="connsiteX1" fmla="*/ 471715 w 683254"/>
              <a:gd name="connsiteY1" fmla="*/ 0 h 670880"/>
              <a:gd name="connsiteX2" fmla="*/ 680811 w 683254"/>
              <a:gd name="connsiteY2" fmla="*/ 13607 h 670880"/>
              <a:gd name="connsiteX0" fmla="*/ 0 w 680861"/>
              <a:gd name="connsiteY0" fmla="*/ 668564 h 670880"/>
              <a:gd name="connsiteX1" fmla="*/ 471715 w 680861"/>
              <a:gd name="connsiteY1" fmla="*/ 0 h 670880"/>
              <a:gd name="connsiteX2" fmla="*/ 680811 w 680861"/>
              <a:gd name="connsiteY2" fmla="*/ 13607 h 670880"/>
              <a:gd name="connsiteX0" fmla="*/ 0 w 680812"/>
              <a:gd name="connsiteY0" fmla="*/ 668564 h 670880"/>
              <a:gd name="connsiteX1" fmla="*/ 471715 w 680812"/>
              <a:gd name="connsiteY1" fmla="*/ 0 h 670880"/>
              <a:gd name="connsiteX2" fmla="*/ 680811 w 680812"/>
              <a:gd name="connsiteY2" fmla="*/ 13607 h 670880"/>
              <a:gd name="connsiteX0" fmla="*/ 0 w 725262"/>
              <a:gd name="connsiteY0" fmla="*/ 668752 h 671068"/>
              <a:gd name="connsiteX1" fmla="*/ 471715 w 725262"/>
              <a:gd name="connsiteY1" fmla="*/ 188 h 671068"/>
              <a:gd name="connsiteX2" fmla="*/ 725261 w 725262"/>
              <a:gd name="connsiteY2" fmla="*/ 1095 h 671068"/>
              <a:gd name="connsiteX0" fmla="*/ 0 w 725262"/>
              <a:gd name="connsiteY0" fmla="*/ 668752 h 668796"/>
              <a:gd name="connsiteX1" fmla="*/ 471715 w 725262"/>
              <a:gd name="connsiteY1" fmla="*/ 188 h 668796"/>
              <a:gd name="connsiteX2" fmla="*/ 725261 w 725262"/>
              <a:gd name="connsiteY2" fmla="*/ 1095 h 668796"/>
              <a:gd name="connsiteX0" fmla="*/ 0 w 725262"/>
              <a:gd name="connsiteY0" fmla="*/ 668752 h 668766"/>
              <a:gd name="connsiteX1" fmla="*/ 471715 w 725262"/>
              <a:gd name="connsiteY1" fmla="*/ 188 h 668766"/>
              <a:gd name="connsiteX2" fmla="*/ 725261 w 725262"/>
              <a:gd name="connsiteY2" fmla="*/ 1095 h 668766"/>
              <a:gd name="connsiteX0" fmla="*/ 0 w 782412"/>
              <a:gd name="connsiteY0" fmla="*/ 779877 h 779889"/>
              <a:gd name="connsiteX1" fmla="*/ 528865 w 782412"/>
              <a:gd name="connsiteY1" fmla="*/ 188 h 779889"/>
              <a:gd name="connsiteX2" fmla="*/ 782411 w 782412"/>
              <a:gd name="connsiteY2" fmla="*/ 1095 h 779889"/>
              <a:gd name="connsiteX0" fmla="*/ 0 w 782412"/>
              <a:gd name="connsiteY0" fmla="*/ 798740 h 798752"/>
              <a:gd name="connsiteX1" fmla="*/ 541565 w 782412"/>
              <a:gd name="connsiteY1" fmla="*/ 1 h 798752"/>
              <a:gd name="connsiteX2" fmla="*/ 782411 w 782412"/>
              <a:gd name="connsiteY2" fmla="*/ 19958 h 798752"/>
              <a:gd name="connsiteX0" fmla="*/ 0 w 785587"/>
              <a:gd name="connsiteY0" fmla="*/ 798740 h 798752"/>
              <a:gd name="connsiteX1" fmla="*/ 541565 w 785587"/>
              <a:gd name="connsiteY1" fmla="*/ 1 h 798752"/>
              <a:gd name="connsiteX2" fmla="*/ 785586 w 785587"/>
              <a:gd name="connsiteY2" fmla="*/ 7258 h 798752"/>
              <a:gd name="connsiteX0" fmla="*/ 0 w 782412"/>
              <a:gd name="connsiteY0" fmla="*/ 798740 h 798752"/>
              <a:gd name="connsiteX1" fmla="*/ 541565 w 782412"/>
              <a:gd name="connsiteY1" fmla="*/ 1 h 798752"/>
              <a:gd name="connsiteX2" fmla="*/ 782411 w 782412"/>
              <a:gd name="connsiteY2" fmla="*/ 7258 h 798752"/>
              <a:gd name="connsiteX0" fmla="*/ 0 w 772887"/>
              <a:gd name="connsiteY0" fmla="*/ 798740 h 798752"/>
              <a:gd name="connsiteX1" fmla="*/ 541565 w 772887"/>
              <a:gd name="connsiteY1" fmla="*/ 1 h 798752"/>
              <a:gd name="connsiteX2" fmla="*/ 772886 w 772887"/>
              <a:gd name="connsiteY2" fmla="*/ 4083 h 798752"/>
              <a:gd name="connsiteX0" fmla="*/ 0 w 772887"/>
              <a:gd name="connsiteY0" fmla="*/ 798740 h 798752"/>
              <a:gd name="connsiteX1" fmla="*/ 487590 w 772887"/>
              <a:gd name="connsiteY1" fmla="*/ 1 h 798752"/>
              <a:gd name="connsiteX2" fmla="*/ 772886 w 772887"/>
              <a:gd name="connsiteY2" fmla="*/ 4083 h 798752"/>
              <a:gd name="connsiteX0" fmla="*/ 0 w 830037"/>
              <a:gd name="connsiteY0" fmla="*/ 760640 h 760652"/>
              <a:gd name="connsiteX1" fmla="*/ 544740 w 830037"/>
              <a:gd name="connsiteY1" fmla="*/ 1 h 760652"/>
              <a:gd name="connsiteX2" fmla="*/ 830036 w 830037"/>
              <a:gd name="connsiteY2" fmla="*/ 4083 h 760652"/>
              <a:gd name="connsiteX0" fmla="*/ 0 w 852262"/>
              <a:gd name="connsiteY0" fmla="*/ 786040 h 786052"/>
              <a:gd name="connsiteX1" fmla="*/ 566965 w 852262"/>
              <a:gd name="connsiteY1" fmla="*/ 1 h 786052"/>
              <a:gd name="connsiteX2" fmla="*/ 852261 w 852262"/>
              <a:gd name="connsiteY2" fmla="*/ 4083 h 786052"/>
              <a:gd name="connsiteX0" fmla="*/ 0 w 795112"/>
              <a:gd name="connsiteY0" fmla="*/ 786040 h 786052"/>
              <a:gd name="connsiteX1" fmla="*/ 566965 w 795112"/>
              <a:gd name="connsiteY1" fmla="*/ 1 h 786052"/>
              <a:gd name="connsiteX2" fmla="*/ 795111 w 795112"/>
              <a:gd name="connsiteY2" fmla="*/ 4083 h 786052"/>
              <a:gd name="connsiteX0" fmla="*/ 0 w 839562"/>
              <a:gd name="connsiteY0" fmla="*/ 770165 h 770177"/>
              <a:gd name="connsiteX1" fmla="*/ 611415 w 839562"/>
              <a:gd name="connsiteY1" fmla="*/ 1 h 770177"/>
              <a:gd name="connsiteX2" fmla="*/ 839561 w 839562"/>
              <a:gd name="connsiteY2" fmla="*/ 4083 h 770177"/>
              <a:gd name="connsiteX0" fmla="*/ 0 w 839563"/>
              <a:gd name="connsiteY0" fmla="*/ 770165 h 770177"/>
              <a:gd name="connsiteX1" fmla="*/ 687615 w 839563"/>
              <a:gd name="connsiteY1" fmla="*/ 1 h 770177"/>
              <a:gd name="connsiteX2" fmla="*/ 839561 w 839563"/>
              <a:gd name="connsiteY2" fmla="*/ 4083 h 770177"/>
              <a:gd name="connsiteX0" fmla="*/ 0 w 839563"/>
              <a:gd name="connsiteY0" fmla="*/ 770165 h 770177"/>
              <a:gd name="connsiteX1" fmla="*/ 716190 w 839563"/>
              <a:gd name="connsiteY1" fmla="*/ 1 h 770177"/>
              <a:gd name="connsiteX2" fmla="*/ 839561 w 839563"/>
              <a:gd name="connsiteY2" fmla="*/ 4083 h 770177"/>
              <a:gd name="connsiteX0" fmla="*/ 0 w 839564"/>
              <a:gd name="connsiteY0" fmla="*/ 773340 h 773352"/>
              <a:gd name="connsiteX1" fmla="*/ 741590 w 839564"/>
              <a:gd name="connsiteY1" fmla="*/ 1 h 773352"/>
              <a:gd name="connsiteX2" fmla="*/ 839561 w 839564"/>
              <a:gd name="connsiteY2" fmla="*/ 7258 h 773352"/>
              <a:gd name="connsiteX0" fmla="*/ 0 w 839564"/>
              <a:gd name="connsiteY0" fmla="*/ 766585 h 766597"/>
              <a:gd name="connsiteX1" fmla="*/ 735240 w 839564"/>
              <a:gd name="connsiteY1" fmla="*/ 5946 h 766597"/>
              <a:gd name="connsiteX2" fmla="*/ 839561 w 839564"/>
              <a:gd name="connsiteY2" fmla="*/ 503 h 766597"/>
              <a:gd name="connsiteX0" fmla="*/ 0 w 839564"/>
              <a:gd name="connsiteY0" fmla="*/ 767177 h 767189"/>
              <a:gd name="connsiteX1" fmla="*/ 741590 w 839564"/>
              <a:gd name="connsiteY1" fmla="*/ 188 h 767189"/>
              <a:gd name="connsiteX2" fmla="*/ 839561 w 839564"/>
              <a:gd name="connsiteY2" fmla="*/ 1095 h 767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9564" h="767189">
                <a:moveTo>
                  <a:pt x="0" y="767177"/>
                </a:moveTo>
                <a:cubicBezTo>
                  <a:pt x="605" y="770806"/>
                  <a:pt x="741823" y="-1224"/>
                  <a:pt x="741590" y="188"/>
                </a:cubicBezTo>
                <a:cubicBezTo>
                  <a:pt x="736569" y="2027"/>
                  <a:pt x="840254" y="-1732"/>
                  <a:pt x="839561" y="1095"/>
                </a:cubicBezTo>
              </a:path>
            </a:pathLst>
          </a:custGeom>
          <a:noFill/>
          <a:ln w="952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72C37DD-8F5B-D01D-9E26-B3AB3E92DEF0}"/>
              </a:ext>
            </a:extLst>
          </p:cNvPr>
          <p:cNvSpPr/>
          <p:nvPr/>
        </p:nvSpPr>
        <p:spPr>
          <a:xfrm>
            <a:off x="5806903" y="1826395"/>
            <a:ext cx="2187055" cy="32689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0" rIns="91440" bIns="18288" rtlCol="0" anchor="ctr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Incremental Upgrade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78C9845-E8DD-A3E0-E90C-7DD571A3F72E}"/>
              </a:ext>
            </a:extLst>
          </p:cNvPr>
          <p:cNvSpPr/>
          <p:nvPr/>
        </p:nvSpPr>
        <p:spPr>
          <a:xfrm>
            <a:off x="2290725" y="4312976"/>
            <a:ext cx="856229" cy="447302"/>
          </a:xfrm>
          <a:prstGeom prst="ellipse">
            <a:avLst/>
          </a:prstGeom>
          <a:gradFill flip="none" rotWithShape="1">
            <a:gsLst>
              <a:gs pos="47000">
                <a:schemeClr val="accent6">
                  <a:lumMod val="20000"/>
                  <a:lumOff val="80000"/>
                </a:schemeClr>
              </a:gs>
              <a:gs pos="0">
                <a:schemeClr val="accent3">
                  <a:lumMod val="5000"/>
                  <a:lumOff val="95000"/>
                </a:schemeClr>
              </a:gs>
              <a:gs pos="100000">
                <a:srgbClr val="BBEBAE"/>
              </a:gs>
            </a:gsLst>
            <a:path path="circle">
              <a:fillToRect l="50000" t="50000" r="50000" b="50000"/>
            </a:path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4864" rIns="0" bIns="73152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396430-DD0B-70DA-E942-61468C690A8C}"/>
              </a:ext>
            </a:extLst>
          </p:cNvPr>
          <p:cNvSpPr txBox="1"/>
          <p:nvPr/>
        </p:nvSpPr>
        <p:spPr>
          <a:xfrm>
            <a:off x="0" y="6642556"/>
            <a:ext cx="9284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A. Rundgren 2024</a:t>
            </a:r>
          </a:p>
        </p:txBody>
      </p:sp>
    </p:spTree>
    <p:extLst>
      <p:ext uri="{BB962C8B-B14F-4D97-AF65-F5344CB8AC3E}">
        <p14:creationId xmlns:p14="http://schemas.microsoft.com/office/powerpoint/2010/main" val="3645456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51000">
              <a:srgbClr val="FFE0FF"/>
            </a:gs>
            <a:gs pos="0">
              <a:schemeClr val="accent3">
                <a:lumMod val="5000"/>
                <a:lumOff val="95000"/>
              </a:schemeClr>
            </a:gs>
            <a:gs pos="100000">
              <a:srgbClr val="D9A1EF"/>
            </a:gs>
          </a:gsLst>
          <a:path path="circle">
            <a:fillToRect l="50000" t="50000" r="50000" b="50000"/>
          </a:path>
          <a:tileRect/>
        </a:gradFill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lIns="0" tIns="54864" rIns="0" bIns="73152" rtlCol="0" anchor="ctr"/>
      <a:lstStyle>
        <a:defPPr algn="ctr"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1513</TotalTime>
  <Words>136</Words>
  <Application>Microsoft Macintosh PowerPoint</Application>
  <PresentationFormat>On-screen Show (4:3)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Manager/>
  <Company>WebPKI.org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Evolution of Open Banking</dc:title>
  <dc:subject>System Architecture</dc:subject>
  <dc:creator>Anders Rundgren</dc:creator>
  <cp:keywords/>
  <dc:description/>
  <cp:lastModifiedBy>Microsoft Office User</cp:lastModifiedBy>
  <cp:revision>29</cp:revision>
  <dcterms:created xsi:type="dcterms:W3CDTF">2024-05-01T15:21:02Z</dcterms:created>
  <dcterms:modified xsi:type="dcterms:W3CDTF">2024-05-03T02:17:14Z</dcterms:modified>
  <cp:category/>
</cp:coreProperties>
</file>