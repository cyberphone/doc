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94" autoAdjust="0"/>
  </p:normalViewPr>
  <p:slideViewPr>
    <p:cSldViewPr snapToGrid="0">
      <p:cViewPr varScale="1">
        <p:scale>
          <a:sx n="121" d="100"/>
          <a:sy n="121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5823" y="935880"/>
            <a:ext cx="2326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Account ID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5370381" y="938223"/>
            <a:ext cx="2210863" cy="369332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2010494" y="4815626"/>
            <a:ext cx="2915955" cy="369332"/>
            <a:chOff x="2107245" y="4931237"/>
            <a:chExt cx="2915955" cy="369332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2107245" y="4931237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3117870" y="4931237"/>
              <a:ext cx="1905330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Host Name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eliminates Account ID 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5721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148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142</cp:revision>
  <dcterms:created xsi:type="dcterms:W3CDTF">2022-09-20T11:19:36Z</dcterms:created>
  <dcterms:modified xsi:type="dcterms:W3CDTF">2024-05-30T06:12:14Z</dcterms:modified>
</cp:coreProperties>
</file>