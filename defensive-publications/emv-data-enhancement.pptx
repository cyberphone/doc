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4"/>
    <a:srgbClr val="FFFFB9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94" autoAdjust="0"/>
  </p:normalViewPr>
  <p:slideViewPr>
    <p:cSldViewPr snapToGrid="0">
      <p:cViewPr varScale="1">
        <p:scale>
          <a:sx n="121" d="100"/>
          <a:sy n="121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1625" y="935880"/>
            <a:ext cx="3633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Primary Account Number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6673657" y="938223"/>
            <a:ext cx="2210862" cy="350865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tIns="27432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34477-10C3-1367-D3C3-E1733179EA47}"/>
              </a:ext>
            </a:extLst>
          </p:cNvPr>
          <p:cNvGrpSpPr/>
          <p:nvPr/>
        </p:nvGrpSpPr>
        <p:grpSpPr>
          <a:xfrm>
            <a:off x="1222947" y="2663004"/>
            <a:ext cx="3696537" cy="371675"/>
            <a:chOff x="1602798" y="2497128"/>
            <a:chExt cx="3696537" cy="37167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9EE33-F184-905B-0A78-A090867373BE}"/>
                </a:ext>
              </a:extLst>
            </p:cNvPr>
            <p:cNvSpPr txBox="1"/>
            <p:nvPr/>
          </p:nvSpPr>
          <p:spPr>
            <a:xfrm>
              <a:off x="1602798" y="2497128"/>
              <a:ext cx="1204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Account ID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1513512-89A7-EB24-EFD9-CC1F7F68FAF3}"/>
                </a:ext>
              </a:extLst>
            </p:cNvPr>
            <p:cNvSpPr txBox="1"/>
            <p:nvPr/>
          </p:nvSpPr>
          <p:spPr>
            <a:xfrm>
              <a:off x="2831736" y="2499471"/>
              <a:ext cx="24675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noProof="1">
                  <a:cs typeface="Courier New" panose="02070309020205020404" pitchFamily="49" charset="0"/>
                </a:rPr>
                <a:t>Account Identifier String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D6E3F4A-81AA-A0C2-ABAC-31BCC0E3E0D7}"/>
              </a:ext>
            </a:extLst>
          </p:cNvPr>
          <p:cNvGrpSpPr/>
          <p:nvPr/>
        </p:nvGrpSpPr>
        <p:grpSpPr>
          <a:xfrm>
            <a:off x="597455" y="3709008"/>
            <a:ext cx="4322029" cy="371675"/>
            <a:chOff x="686906" y="3693136"/>
            <a:chExt cx="4322029" cy="37167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4543415-F08E-D9F9-6465-D79AE8EB47DB}"/>
                </a:ext>
              </a:extLst>
            </p:cNvPr>
            <p:cNvSpPr txBox="1"/>
            <p:nvPr/>
          </p:nvSpPr>
          <p:spPr>
            <a:xfrm>
              <a:off x="686906" y="3693136"/>
              <a:ext cx="21208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Payment Network ID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75B1F4-775F-E04C-FBEE-39CC896F00F0}"/>
                </a:ext>
              </a:extLst>
            </p:cNvPr>
            <p:cNvSpPr txBox="1"/>
            <p:nvPr/>
          </p:nvSpPr>
          <p:spPr>
            <a:xfrm>
              <a:off x="2831736" y="3695479"/>
              <a:ext cx="21771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Specfic String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2F915-EA31-DE6A-0FF1-DAA3239B1C98}"/>
              </a:ext>
            </a:extLst>
          </p:cNvPr>
          <p:cNvGrpSpPr/>
          <p:nvPr/>
        </p:nvGrpSpPr>
        <p:grpSpPr>
          <a:xfrm>
            <a:off x="2010494" y="4815626"/>
            <a:ext cx="2915955" cy="369332"/>
            <a:chOff x="2107245" y="4931237"/>
            <a:chExt cx="2915955" cy="369332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61E2C2-9C66-6CCC-A043-84DF4FFCD913}"/>
                </a:ext>
              </a:extLst>
            </p:cNvPr>
            <p:cNvSpPr txBox="1"/>
            <p:nvPr/>
          </p:nvSpPr>
          <p:spPr>
            <a:xfrm>
              <a:off x="2107245" y="4931237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Issuer ID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10ECAB9-2E36-3C32-1E28-9EAA999E0512}"/>
                </a:ext>
              </a:extLst>
            </p:cNvPr>
            <p:cNvSpPr txBox="1"/>
            <p:nvPr/>
          </p:nvSpPr>
          <p:spPr>
            <a:xfrm>
              <a:off x="3117870" y="4931237"/>
              <a:ext cx="1905330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Host Name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55968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96252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eliminates Account ID to issuer URL lookup databases. An even better solution would be the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77077" y="2337174"/>
            <a:ext cx="11246675" cy="320138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0466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149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145</cp:revision>
  <dcterms:created xsi:type="dcterms:W3CDTF">2022-09-20T11:19:36Z</dcterms:created>
  <dcterms:modified xsi:type="dcterms:W3CDTF">2024-05-30T06:25:00Z</dcterms:modified>
</cp:coreProperties>
</file>